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 is the second language, not a new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Python has already taught us input, decisions, loops, functions and testing. R gives us another way to work with data. We will reuse a five-day expense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QUESTION: What do the five amounts tell us about spending over a week?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6517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01 / 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Unit 7 learning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By the end, you should be able to run an R script, create vectors, summarise values, make decisions, build a data frame, draw a chart and verify expected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REQUIRED: base R only. RStudio is optional.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3035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Why learn 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R is designed for statistical computing, data manipulation and graphics. Python and R are complementary: choose tools based on the task, not fashion.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R: data -&gt; check -&gt; summarise -&gt; visualise -&gt; explain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9552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 console and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console evaluates one command at a time. A script saves commands so you can reproduce the same result. RStudio can help edit files but is not a substitute for installing 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2 + 3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print("Hello from R")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# Save other lines as first_steps.R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6070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Locate a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File paths matter when loading data. Use the current working directory to understand where R looks for a relative file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getwd()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list.files()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# source("first_steps.R")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32588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The first labelled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print() displays an object. cat() combines a label and values; use a newline so the next result starts on a new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fare &lt;- 1500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trips &lt;- 6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cat("Total in TZS:", fare * trips, "\n")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59105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Assignment &lt;-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R usually uses &lt;- to assign a value to a name. == tests whether two values are equal; it does not store a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allowance &lt;- 20000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allowance &lt;- allowance + 5000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allowance == 25000  #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85623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Variables and naming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Meaningful names such as daily_expenses and allowance make code easier to read. R is case-sensitive, so total and Total are different.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daily_expenses &lt;- 10000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Daily_expenses &lt;- 8000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print(daily_expenses) # 10000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12140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Four useful data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Double and integer values are numeric. Character values are text. Logical values are TRUE or FALSE. Check types before performing calculations.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typeof(5)        # double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typeof(5L)       # integer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typeof("TZS")    # character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typeof(TRUE)     # logical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38658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What is an atomic vector?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vector stores values of a common atomic type. The c() function combines elements; many R calculations operate across the vector at once.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&lt;- c(2000,3000,0,4000,1000)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length(expenses)       #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65176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Mixing values changes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base-R atomic vector cannot keep unrelated element types as independent Python objects. Combining a number and text often converts all entries to character.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x &lt;- c(500, "unknown")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typeof(x) # character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# Do not sum(x): it is not numeric.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91693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 indexing starts at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The first element of a Python list has index zero. The first element of an R vector has index one. This is one of the most important translation differences.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&lt;- c(2000,3000,0,4000,1000)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expenses[1]   # 2000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expenses[5]   # 1000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4882896"/>
            <a:ext cx="850392" cy="512064"/>
          </a:xfrm>
          <a:prstGeom prst="roundRect">
            <a:avLst/>
          </a:prstGeom>
          <a:solidFill>
            <a:srgbClr val="CDF2E3"/>
          </a:solidFill>
          <a:ln>
            <a:solidFill>
              <a:srgbClr val="098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4324D"/>
                </a:solidFill>
                <a:latin typeface="Aptos"/>
              </a:defRPr>
            </a:pPr>
            <a:r>
              <a:t>1 : 2000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3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2 : 3000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1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3 :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4 : 4000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5 : 1000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318211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Select several vector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c(positions) for particular elements and start:end for a continuous section. Index zero returns an empty result, not the first element.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expenses[c(1,3,5)] # 2000 0 1000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expenses[2:4]       # 3000 0 4000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expenses[0]         # numeric(0)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447287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Create sequences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The colon creates a regular integer sequence. seq() creates sequences with a step, and rep() repeats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1:5                      # 1 2 3 4 5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seq(2, 10, by=2)         # 2 4 6 8 10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rep(0, times=5)          # 0 0 0 0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71246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Arithmetic in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Addition, subtraction, multiplication and division use familiar symbols. Unlike Python, exponentiation uses ^, and integer division uses %/%.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(1000 + 500) * 2   # 3000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2^3                 # 8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7 %% 3              # 1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7 %/% 3             #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977639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Vectorisation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Element-wise multiplication can replace a manual loop when two numeric vectors represent paired prices and quantities.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prices &lt;- c(1000,1500,2000)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quantity &lt;- c(2,1,3)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prices * quantity  # 2000 1500 6000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424281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Avoid unintended recycling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R may repeat a shorter vector during element-wise operations. Check paired vectors have equal lengths before multiplying corresponding observations.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stopifnot(length(prices) == length(quantity))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sum(prices * quantity)  # 9500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450799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Summarise five expenses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sum() and mean() answer different questions: total expenditure and average per day. length() counts entries, including zero observations.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&lt;- c(2000,3000,0,4000,1000)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sum(expenses)   # 10000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mean(expenses)  # 2000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length(expenses) #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477316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Minimum, maximum and zero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min() and max() describe the range of observations. A logical comparison counts zero-spend days because summing TRUE/FALSE acts like one/zero.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min(expenses)       # 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max(expenses)       # 4000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sum(expenses == 0) #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03834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Missing does not mean 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An observed no-spend day is 0. An unknown amount is NA. These have different meanings and should not be silently mixed.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&lt;- c(2000, NA, 0, 4000, 1000)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sum(is.na(expenses)) # 1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mean(expenses)      # 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30352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Handle NA thoughtfully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The na.rm=TRUE option excludes missing entries. The denominator changes, so record this choice in your description of the average.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mean(c(2000,NA,0,4000,1000),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   na.rm=TRUE) # 1750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56869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Comparisons produce logical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For vectors, conditions produce TRUE/FALSE for each entry. Use these logical values to inspect which days exceeded a threshold.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&gt; 2000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# FALSE TRUE FALSE TRUE 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83387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Select values using a condition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logical condition inside square brackets filters the original vector. This is useful for extracting unusually high fares or other observations.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expenses[expenses &gt; 2000]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# 3000 4000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sum(expenses &gt;= 3000) #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09904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if / else in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if with a single logical condition and braces to group statements. else if allows a third result. The decision logic from Python is unchanged.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if (total &gt; allowance)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message &lt;- "Over budget"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} else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message &lt;- "Not over budget"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36422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Handle the equality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For budget classification, compare greater-than first, equality second and below otherwise. This avoids labelling equal expenditure as over budget.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if (total &gt; allowance)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  message &lt;- "Over budget"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} else if (total == allowance)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  message &lt;- "Exactly on budget"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} else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  message &lt;- "Within budget"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629399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ifelse() and a 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Unlike a single if statement, ifelse() returns values chosen element by element for a condition vector.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ifelse(expenses == 0, "No spend", "Spend")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# "Spend" "Spend" "No spend"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894575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for loops in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for (value in values) to repeat statements over each element. It is useful to trace an algorithm, although sum() is simpler for a direct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total &lt;- 0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for (value in expenses)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total &lt;- total + value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}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print(total) # 10000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15975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Loop safely through positions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seq_along(x) produces valid positions for a vector and avoids issues with an empty vector. Remember R indices begin at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for (i in seq_along(expenses))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cat("Day", i, expenses[i], "\n")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42492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Functions in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function accepts parameters and can calculate and return a value. Define reusable operations instead of duplicating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calculate_total &lt;- function(x) {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sum(x)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}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calculate_total(expenses) # 10000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69010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Validate before a calculation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stopifnot() protects assumptions. For an expense report, require numeric finite non-negative values; if the condition is false, the script should stop.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stopifnot(is.numeric(expenses))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stopifnot(all(is.finite(expenses)))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stopifnot(all(expenses &gt;= 0))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955279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Data frames: rows and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data frame stores different columns with names. Here, day labels are text and expense values are numeric; both columns have five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report &lt;- data.frame(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day=c("Mon","Tue","Wed","Thu","Fri"),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expense=c(2000,3000,0,4000,1000))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822045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Inspect a data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head() previews rows, nrow() counts observations, and the $ operator selects a named column.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head(report)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nrow(report)             # 5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sum(report$expense)      # 10000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848563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CSV import is optional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CSV files hold comma-separated text. A relative file name is resolved from R’s working directory. Check the imported structure before calculating.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report &lt;- read.csv("u7_expenses.csv")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str(report)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stopifnot(is.numeric(report$expense))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875080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Export a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write.csv() saves a table. Set row.names=FALSE when there is no need to export automatic row numbers.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write.csv(report, "my_report.csv",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         row.names=FALSE)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901598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Your first R bar 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barplot() in base R can visualise one numeric value per day. Include a title, the day labels and units on the vertical axis.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barplot(report$expense,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names.arg=report$day,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main="Five-day expenditure",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ylab="Amount (TZS)", xlab="Day",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 col="steelblue")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928116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Reading a chart responsibly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The tallest bar represents the highest observed expenditure. For the example, Thursday has TZS 4,000 and Wednesday has TZS 0. A graph cannot repair inaccurate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QUESTION: Which day has the highest cost?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ANSWER: Thursday, TZS 4,000.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5029200"/>
            <a:ext cx="502920" cy="219456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3" y="4919472"/>
            <a:ext cx="502920" cy="329184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5783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5248656"/>
            <a:ext cx="502920" cy="22860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1432" y="4809744"/>
            <a:ext cx="502920" cy="43891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49256" y="5138928"/>
            <a:ext cx="502920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954633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Verify expected totals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Testing checks the script against requirements. Write expected totals independently, then assert that calculations match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stopifnot(length(expenses) == 5)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stopifnot(sum(expenses) == 10000)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stopifnot(mean(expenses) == 2000)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981151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Test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All-zero expenditure, exact equality and above-budget totals are useful tests. A single successful ordinary input is not enough.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stopifnot(sum(rep(0,5)) == 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stopifnot(sum(c(1,2,3,4,5)) == 15)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07668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Python and R: same variable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Python uses = to assign a name; the usual beginner R notation is &lt;-. Both names can later refer to a new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PYTHON: allowance = 20000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R:      allowance &lt;- 20000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34186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Python and R: list versus 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Python uses a list with square brackets and index zero. R uses an atomic vector with c() and one-based indexing.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PYTHON: x = [2000,3000,0]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        x[0]  -&gt; 2000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R:      x &lt;- c(2000,3000,0)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        x[1]  -&gt; 2000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60704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Python and R: function definitions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Python uses def and indentation. R uses function() with braces. Both support readable reusable processing.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PYTHON: def double(x):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            return x * 2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R:      double &lt;- function(x) {x * 2}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872215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Independent activity: expense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Build a base-R script that creates a five-day data frame, calculates totals/average/zero days, classifies the allowance and produces a labelled bar chart.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Submit: StudentID_U7.R and test notes.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13739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Activity U7 required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R 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Demonstrate five cases: a normal week, all-zero values, exact budget, above budget, and a second exact-budget case. Record expected and actual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TEST: c(2000,3000,0,4000,1000)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ALLOWANCE: 20000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EXPECTED: total=10000, average=2000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40256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Independent evidence and assistance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Explain your algorithm and demonstrate what happens when data changes. Keep the script reproducible and declare help from people, websites and AI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CHECK: code + five tests + chart + explanation.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66774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Quick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Remember: &lt;- assigns; c() combines; indices start at 1; sum()/mean() summarise; data.frame() builds a table; barplot() graphs.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 does not run inside this website. Install R to execute your scripts.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93292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 → 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What follows in Unit 8?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APPLIED EXAMPLE /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Unit 8 will bring Python and R together in a short evidence-based mini-project. The same problem definition, testing discipline and communication skills will carry forward.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YOUR NEXT STEP: Finish Activity U7, then review your checklist.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219809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