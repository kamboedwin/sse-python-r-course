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Unit 4 · Repeating actions in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loop repeats a block of statements. This unit follows decisions (Unit 3) and prepares you for collections and functions (Unit 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10" b="0">
                <a:solidFill>
                  <a:srgbClr val="CEF2EB"/>
                </a:solidFill>
                <a:latin typeface="Aptos"/>
              </a:defRPr>
            </a:pPr>
            <a:r>
              <a:t>Learning outcomes: for and while; range; counters and totals; input validation; tracing and testing five days of expenditure.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01 / 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One action versus repeated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sequence carries out instructions once. A loop runs a body again according to a counting sequence or a condition.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10" b="0">
                <a:solidFill>
                  <a:srgbClr val="CEF2EB"/>
                </a:solidFill>
                <a:latin typeface="Aptos"/>
              </a:defRPr>
            </a:pPr>
            <a:r>
              <a:t>Five identical daily-input lines can become one input line inside a loop. This reduces duplication and makes changes easier.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An iteration is one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Every execution of a loop body is called an iteration. Values can change between iterations.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10" b="0">
                <a:solidFill>
                  <a:srgbClr val="CEF2EB"/>
                </a:solidFill>
                <a:latin typeface="Aptos"/>
              </a:defRPr>
            </a:pPr>
            <a:r>
              <a:t>Three passes might process Monday, Tuesday and Wednesday. The loop ends when there are no more values or the condition becomes false.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The anatomy of a for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The heading supplies successive values; the indented body runs for each value. The following unindented statement runs only once after the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day in range(1, 4):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print("Day", day)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print("Finished")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Read the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For each value 1, 2 and 3, Python executes the body. Once the values are exhausted, execution continues below the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Day 1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Day 2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Day 3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Finished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range(3) starts at 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One-argument range(n) yields integers starting at 0 and stopping before n. There are n iterations when n is non-negative.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number in range(3):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print(number)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0, 1,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range(start, stop)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The start is included and the stop is excluded. Use stop one greater than the final included integer when counting upwards by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day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print(day)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1, 2, 3, 4,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range(start, stop, step)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Step controls the size and direction of change. It must not be zero. Count backwards with a negative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n in range(2, 11, 2):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print(n)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2, 4, 6, 8,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 countdown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Use a negative step with a start higher than the stop. Stop remains excluded.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remaining in range(5, 0, -1):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print(remaining)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5, 4, 3, 2,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When a range is empty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If the arguments do not move towards the stop, no iterations occur. This is not an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n in range(3, 3):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print("This never prints")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print("Done")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Indentation defines the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Every statement at the same indentation level inside the loop repeats. A statement aligned with for is outside the body.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day in range(1, 4):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print("Day", day)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print("Recorded")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print("One summary")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a for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Write the loop variable, calculations and output on each pass. A trace table makes hidden changes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count in range(1, 4):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square = count * count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print(count, square)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1 1 / 2 4 / 3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 counter counts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Set a counter to zero before the loop; add one when an event happens. A counter need not equal the loop variable.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zero_days =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 in range(1, 4):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amount = float(input("Expense: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if amount ==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    zero_days += 1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print(zero_days)  # 2 for inputs 0, 1000,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An accumulator adds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Set a running total before the loop and add each new amount. Keeping total inside the loop without resetting it preserves earlier amounts.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total =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 in range(1, 4):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amount = float(input("Expense: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total += amount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print(total)  # 4000 for 2000, 1500, 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Follow the running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An accumulator changes after each input, allowing a final summary. Trace both the input and updated total.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Beginning total 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+ 2000 → 2000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+ 1500 → 3500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+ 500 → 4000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Input can occur inside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input() returns text. Convert to float or int when arithmetic is needed. An f-string can show the current day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 in range(1, 4):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amount = float(input(f"Day {day}: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print("Entered:", amount)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 repeated expenditure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three-day total needs one accumulator and three numeric inputs; the summary is printed once outside the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total = 0.0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 in range(1, 4):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amount = float(input(f"Day {day}: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total += amount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print(f"TZS {total:.2f}")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Average follows the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Average is the sum divided by the number of entries. Divide after the loop by a known positive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total = 15000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days = 5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average = total / days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print(f"TZS {average:.2f}")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TZS 3000.00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Introducing 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while checks a Boolean condition before each iteration. Its body repeats as long as that condition is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count = 1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while count &lt;= 3: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print(count)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count += 1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1, 2,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the while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The condition must eventually become false, unless a deliberate exit is used. Count moves from 1 through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count 1: 1 &lt;= 3 → True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count 2: 2 &lt;= 3 → True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count 3: 3 &lt;= 3 → True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count 4: 4 &lt;= 3 → False; 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Why infinite loops happen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while loop that never changes the condition variable may never finish. Look for progress towards the stopping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count = 1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while count &lt;= 3: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print(count)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count += 1  # essential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for versus 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for is clearer for a known number of values. while is useful when repetition ends because the user supplies a valid input or a stop 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Known: enter costs for five days → for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Unknown: ask again while amount &lt; 0 → while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Keep asking until input is valid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Use the Unit 3 condition inside a while loop. A negative amount causes a new question; a non-negative amount ends the retry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amount = float(input("Amount: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while amount &lt;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print("Try again")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amount = float(input("Amount: "))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Validation: follow a concrete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For typed amounts -500, -100 and 2500, the first two are rejected and the third is accepted.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-500 → invalid; ask again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-100 → invalid; ask again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2500 → accepted; continue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 sentinel means stop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sentinel is a special value reserved to end a loop, such as -1. Do not include it in the sum.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amount = float(input("-1 to stop: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while amount != -1: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if amount &gt;=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    total += amount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amount = float(input("-1 to stop: "))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Sentinel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sentinel loop can collect an unknown number of amounts. A first input of -1 means there are no ordinary entries.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Typed values: 2000, 1500, -1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Sum: 3500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The -1 is not included.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Combine a for loop and a while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A fixed-count outer loop can process each day. An inner while loop can retry invalid input for that day without moving to the next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expense = float(input("Expense: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while expense &lt;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    expense = float(input("Retry: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total += expense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Put an if inside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Conditions can count certain kinds of records. Counting zero-spend days requires one check per entered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zero_days =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day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expense = float(input("Expense: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if expense ==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zero_days +=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Do not reset totals inside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Reset accumulators before the first iteration. Otherwise, every new value overwrites the history of earlier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total = 0.0    # correct place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day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amount = float(input("Amount: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total += amount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Weekly budget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After recording the five days, compare the total with the allowance. This reuses if / elif / else from Unit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balance = allowance - total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if balance &lt;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print("Over budget")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elif balance ==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print("Exactly on budget")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else: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print("Within budget")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Worked example: define the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Prepare the allowance and initialise accumulator/counter variables before starting the daily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allowance = 20000.0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total = 0.0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zero_days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Worked example: repeat each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For five days, gather a valid non-negative amount, add it to total, then count zero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amount = float(input(f"Day {day}: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while amount &lt;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    amount = float(input("Try again: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total += amount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if amount ==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    zero_days +=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Worked example: calculate the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After the last daily entry, calculate the average and balance and print them with appropriate currency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average = total / 5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balance = allowance - total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print(f"Total: TZS {total:.2f}")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print(f"Average: TZS {average:.2f}")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print("Zero days:", zero_days)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Worked example: expected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For expenses 2000, 3000, 0, 4000, 1000 and allowance 20000, the programme processes all five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Total: TZS 10000.00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Average: TZS 2000.00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Zero days: 1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Status: Within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Five-day test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Plan tests before submission. Cover normal data, all zeros, an exact budget match, over-budget data and a rejected negative input.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10" b="0">
                <a:solidFill>
                  <a:srgbClr val="CEF2EB"/>
                </a:solidFill>
                <a:latin typeface="Aptos"/>
              </a:defRPr>
            </a:pPr>
            <a:r>
              <a:t>Example: 1000,2000,3000,4000,5000 → total 15000, average 3000, zero days 0. A negative input must be replaced on the same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Off-by-one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Python excludes the stop in range(). Incorrect endpoints cause one fewer or one extra iteration.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range(1, 5) → 4 days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range(1, 6) → 5 days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range(0, 5) → 5 days, numbered 0–4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Wrong indentation changes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Inside: performed on every pass. Outside: performed once after the loop. Trace a small example to check the difference.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day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total += expense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print("Final total", total)  # once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 while loop may execute zero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If the starting condition is False, Python skips the body. This is correct and useful for already-valid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amount = 2500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while amount &lt;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print("Retry")  # skipped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print("Accepted")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Optional: break and 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break exits the nearest loop early. continue skips the remaining body of one iteration. Neither is required for Activity U4.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n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if n == 3: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continue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print(n)  # 1, 2, 4,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Optional: non-numeric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A float conversion fails when the user types text such as abc. try / except can handle it, but the core activity only requires handling negative numeric entries.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try: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amount = float(input("Amount: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except ValueError: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print("Enter a number")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Activity U4: five-day expenditure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Build a standalone Python programme that records five valid expenses, totals them, computes the average, counts zero-spend days and compares with a weekly allowance.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10" b="0">
                <a:solidFill>
                  <a:srgbClr val="CEF2EB"/>
                </a:solidFill>
                <a:latin typeface="Aptos"/>
              </a:defRPr>
            </a:pPr>
            <a:r>
              <a:t>Required: for + while + if; five test cases; readable output with TZS and two decimal places; short notes and code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Checklist before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Can you explain the loop variable, stopping condition, accumulator, counter, nested validation and test evidence? Can you run the code yourself?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10" b="0">
                <a:solidFill>
                  <a:srgbClr val="CEF2EB"/>
                </a:solidFill>
                <a:latin typeface="Aptos"/>
              </a:defRPr>
            </a:pPr>
            <a:r>
              <a:t>Deliverables: StudentID_U4.py and one notes document with algorithm, expected/actual tests and any assistance declaration.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Coming next: lists and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Unit 5 will introduce collections of values and named reusable blocks. Loops are already useful without either of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10" b="0">
                <a:solidFill>
                  <a:srgbClr val="CEF2EB"/>
                </a:solidFill>
                <a:latin typeface="Aptos"/>
              </a:defRPr>
            </a:pPr>
            <a:r>
              <a:t>Readiness: distinguish for/while; predict range values; avoid an infinite loop; trace totals; validate numeric amounts; test loop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