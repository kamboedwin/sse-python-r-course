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37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300" b="1">
                <a:solidFill>
                  <a:srgbClr val="2A7191"/>
                </a:solidFill>
                <a:latin typeface="Aptos"/>
              </a:rPr>
              <a:t>NM-AIST · SSE+ 0003 · UNIT 08 · STUDENT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3400" b="1">
                <a:solidFill>
                  <a:srgbClr val="14314D"/>
                </a:solidFill>
                <a:latin typeface="Aptos"/>
              </a:rPr>
              <a:t>Your project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5394960" cy="356616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2200" b="0">
                <a:solidFill>
                  <a:srgbClr val="234866"/>
                </a:solidFill>
                <a:latin typeface="Aptos"/>
              </a:rPr>
              <a:t>FOCUS
Who might use the report? What exact five-day question does it answer?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2011680"/>
            <a:ext cx="5394960" cy="356616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2100" b="0">
                <a:solidFill>
                  <a:srgbClr val="234866"/>
                </a:solidFill>
                <a:latin typeface="Aptos"/>
              </a:rPr>
              <a:t>YOUR EVIDENCE
Name the audience and limit the scope to five fictional days.
[Replace these prompts with your own verified results.]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000" b="0">
                <a:solidFill>
                  <a:srgbClr val="5A758A"/>
                </a:solidFill>
                <a:latin typeface="Aptos"/>
              </a:rPr>
              <a:t>STUDENT EDITABLE PRESENTATION  •  USE YOUR OWN PROJECT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000" b="0">
                <a:solidFill>
                  <a:srgbClr val="5A758A"/>
                </a:solidFill>
                <a:latin typeface="Aptos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37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300" b="1">
                <a:solidFill>
                  <a:srgbClr val="2A7191"/>
                </a:solidFill>
                <a:latin typeface="Aptos"/>
              </a:rPr>
              <a:t>NM-AIST · SSE+ 0003 · UNIT 08 · STUDENT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3400" b="1">
                <a:solidFill>
                  <a:srgbClr val="14314D"/>
                </a:solidFill>
                <a:latin typeface="Aptos"/>
              </a:rPr>
              <a:t>Five-day inputs and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5394960" cy="356616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2200" b="0">
                <a:solidFill>
                  <a:srgbClr val="234866"/>
                </a:solidFill>
                <a:latin typeface="Aptos"/>
              </a:rPr>
              <a:t>FOCUS
Show five day labels, expenditure in TZS and study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2011680"/>
            <a:ext cx="5394960" cy="356616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2100" b="0">
                <a:solidFill>
                  <a:srgbClr val="234866"/>
                </a:solidFill>
                <a:latin typeface="Aptos"/>
              </a:rPr>
              <a:t>YOUR EVIDENCE
Explain how the programme validates, calculates and reports.
[Replace these prompts with your own verified results.]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000" b="0">
                <a:solidFill>
                  <a:srgbClr val="5A758A"/>
                </a:solidFill>
                <a:latin typeface="Aptos"/>
              </a:rPr>
              <a:t>STUDENT EDITABLE PRESENTATION  •  USE YOUR OWN PROJECT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000" b="0">
                <a:solidFill>
                  <a:srgbClr val="5A758A"/>
                </a:solidFill>
                <a:latin typeface="Aptos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37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300" b="1">
                <a:solidFill>
                  <a:srgbClr val="2A7191"/>
                </a:solidFill>
                <a:latin typeface="Aptos"/>
              </a:rPr>
              <a:t>NM-AIST · SSE+ 0003 · UNIT 08 · STUDENT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3400" b="1">
                <a:solidFill>
                  <a:srgbClr val="14314D"/>
                </a:solidFill>
                <a:latin typeface="Aptos"/>
              </a:rPr>
              <a:t>Python and R working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5394960" cy="356616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2200" b="0">
                <a:solidFill>
                  <a:srgbClr val="234866"/>
                </a:solidFill>
                <a:latin typeface="Aptos"/>
              </a:rPr>
              <a:t>FOCUS
Identify reusable Python functions and the R data frame.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2011680"/>
            <a:ext cx="5394960" cy="356616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2100" b="0">
                <a:solidFill>
                  <a:srgbClr val="234866"/>
                </a:solidFill>
                <a:latin typeface="Aptos"/>
              </a:rPr>
              <a:t>YOUR EVIDENCE
Describe one important syntax or indexing difference.
[Replace these prompts with your own verified results.]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000" b="0">
                <a:solidFill>
                  <a:srgbClr val="5A758A"/>
                </a:solidFill>
                <a:latin typeface="Aptos"/>
              </a:rPr>
              <a:t>STUDENT EDITABLE PRESENTATION  •  USE YOUR OWN PROJECT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000" b="0">
                <a:solidFill>
                  <a:srgbClr val="5A758A"/>
                </a:solidFill>
                <a:latin typeface="Aptos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37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300" b="1">
                <a:solidFill>
                  <a:srgbClr val="2A7191"/>
                </a:solidFill>
                <a:latin typeface="Aptos"/>
              </a:rPr>
              <a:t>NM-AIST · SSE+ 0003 · UNIT 08 · STUDENT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3400" b="1">
                <a:solidFill>
                  <a:srgbClr val="14314D"/>
                </a:solidFill>
                <a:latin typeface="Aptos"/>
              </a:rPr>
              <a:t>Your verified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5394960" cy="356616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2200" b="0">
                <a:solidFill>
                  <a:srgbClr val="234866"/>
                </a:solidFill>
                <a:latin typeface="Aptos"/>
              </a:rPr>
              <a:t>FOCUS
Insert your own R-generated, labelled bar chart and accurate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2011680"/>
            <a:ext cx="5394960" cy="356616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2100" b="0">
                <a:solidFill>
                  <a:srgbClr val="234866"/>
                </a:solidFill>
                <a:latin typeface="Aptos"/>
              </a:rPr>
              <a:t>YOUR EVIDENCE
Summarise the five tests; do not paste unverified model outputs.
[Replace these prompts with your own verified results.]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000" b="0">
                <a:solidFill>
                  <a:srgbClr val="5A758A"/>
                </a:solidFill>
                <a:latin typeface="Aptos"/>
              </a:rPr>
              <a:t>STUDENT EDITABLE PRESENTATION  •  USE YOUR OWN PROJECT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000" b="0">
                <a:solidFill>
                  <a:srgbClr val="5A758A"/>
                </a:solidFill>
                <a:latin typeface="Aptos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37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300" b="1">
                <a:solidFill>
                  <a:srgbClr val="2A7191"/>
                </a:solidFill>
                <a:latin typeface="Aptos"/>
              </a:rPr>
              <a:t>NM-AIST · SSE+ 0003 · UNIT 08 · STUDENT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3400" b="1">
                <a:solidFill>
                  <a:srgbClr val="14314D"/>
                </a:solidFill>
                <a:latin typeface="Aptos"/>
              </a:rPr>
              <a:t>Interpretation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5394960" cy="356616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2200" b="0">
                <a:solidFill>
                  <a:srgbClr val="234866"/>
                </a:solidFill>
                <a:latin typeface="Aptos"/>
              </a:rPr>
              <a:t>FOCUS
One factual conclusion about your sample week, with units.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2011680"/>
            <a:ext cx="5394960" cy="356616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2100" b="0">
                <a:solidFill>
                  <a:srgbClr val="234866"/>
                </a:solidFill>
                <a:latin typeface="Aptos"/>
              </a:rPr>
              <a:t>YOUR EVIDENCE
Explain limitations, reproducibility and assistance received.
[Replace these prompts with your own verified results.]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058400" cy="18288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000" b="0">
                <a:solidFill>
                  <a:srgbClr val="5A758A"/>
                </a:solidFill>
                <a:latin typeface="Aptos"/>
              </a:rPr>
              <a:t>STUDENT EDITABLE PRESENTATION  •  USE YOUR OWN PROJECT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square" lIns="109728" tIns="91440">
            <a:spAutoFit/>
          </a:bodyPr>
          <a:lstStyle/>
          <a:p>
            <a:r>
              <a:rPr sz="1000" b="0">
                <a:solidFill>
                  <a:srgbClr val="5A758A"/>
                </a:solidFill>
                <a:latin typeface="Aptos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