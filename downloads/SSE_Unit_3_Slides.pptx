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Unit 3 · Making decisions in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Unit 2 calculates values. Unit 3 uses those values to select different actions. Learn how a computer decides which statements to execute.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700" b="0">
                <a:solidFill>
                  <a:srgbClr val="D0F3EB"/>
                </a:solidFill>
                <a:latin typeface="Aptos"/>
              </a:defRPr>
            </a:pPr>
            <a:r>
              <a:t>Learning outcomes: evaluate comparisons; trace Boolean conditions; construct if, elif and else; combine conditions; test boundary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 program can choose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A sequence always follows one path. A selection structure follows different paths depending on whether a condition is True or False.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Example: if the allowance balance is negative, display a warning; otherwise display an appropriate alternative.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Decision-making starts with a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Write a question that can be answered True or False. Use a comparison as the condition and connect each answer to an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Balance &lt; 0?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True → Over budget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False → Check the remaining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Boolean values: True and False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The bool type represents logical truth values. Comparison expressions usually produce Boolean results. Python spells these values True and False.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days = 5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print(days &gt; 0)    #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print(type(days &gt; 0))  # bool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Comparison: == and !=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Use == to ask whether two values are equal; use != to ask whether they differ. A single = assigns a value instead of comparing.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print(5 == 5)  #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print(5 != 3)  #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print(5 == 3)  #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Comparison: &gt; and &lt;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Use &gt; for greater than and &lt; for less than. These comparisons are useful for checking a positive balance or detecting a negative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balance = -2000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print(balance &lt; 0)  #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print(balance &gt; 0)  #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Comparison: &gt;= and &lt;=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Use &gt;= and &lt;= to include equality in a threshold. A boundary such as exactly 7 days should be tested deliberately.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days = 7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print(days &lt;= 7)  #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print(days &lt; 7)   #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Assignment and comparison are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A single equals sign stores a value. A double equals sign checks whether two values are equal. Confusing them can produce invalid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balance = 0   # assignment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print(balance == 0)  #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# if balance = 0:  &lt;- invalid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The if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An if statement checks its condition. When it is True, Python executes the indented block. When it is False, Python skips that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temperature = 34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temperature &gt; 30: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print("Hot day")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Why the colon and indentation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The colon introduces the block. Indentation defines which statements belong to it. Four spaces per level is the usual Python convention.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balance = -2000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balance &lt; 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print("Warning")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print("Review your spending")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Statements outside the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Statements aligned with if are not conditional. They run after the if block whether or not the condition was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balance = 1500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balance &lt; 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print("Over budget")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print("Check complete")  # Always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Two alternative paths: if and else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Use else when one action is required if the condition is True and another is required if it is False. Only one block executes.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amount = 4000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amount &gt;= 5000: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print("Example discount")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else: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print("No discount")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Trace a two-way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Evaluate the condition before predicting the output. Then identify the single branch that runs. Avoid assuming both if and else execute.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amount = 6000: amount &gt;= 5000 → True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Output: Example discount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amount = 4000: condition → False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Output: No discount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Three-way decisions: elif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Use elif for an additional condition. Python checks from top to bottom and executes the first matching branch. The final else covers remaining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balance &lt; 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print("Over budget")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elif balance == 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print("Exactly on budget")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else: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print("Within budget")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Negative, zero and positive balances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An allowance balance can fall into one of three non-overlapping groups. A three-way decision reports a meaningful status for each group.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-2000 → Over budget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0 → Exactly on budget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7500 → Within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Why condition order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When conditions overlap, an earlier broad condition may hide a later more specific condition. Place more specific thresholds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score = 90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score &gt;= 80: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print("High achievement")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elif score &gt;= 50: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print("Basic target achieved")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The and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 and B is True only when both A and B are True. It is useful for checking whether a value is inside an allowed interval.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days = 5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days &gt;= 0 and days &lt;= 7: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print("Accepted")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Truth table for 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 and B is false when either component is false. Practice predicting this result before running the expressions in Python.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True  and True  →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True  and False → False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False and True  → False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False and False →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The or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A or B is True when at least one condition is True. This can detect several different invalid-input situations with one message.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food = -100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transport = 2000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food &lt; 0 or transport &lt; 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print("Invalid cost")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Truth table for 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 or B is false only when both A and B are false. This is different from and, which needs both conditions to be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True  or True  →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True  or False →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False or True  →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False or False →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The not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not reverses a Boolean value. Use clear variable names such as is_open and has_data to communicate what the Boolean means.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is_open = False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not is_open: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print("Closed")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print(not True)  #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Chained comparisons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Python can express numerical range checks directly. The chained form below checks both boundaries and is equivalent to using 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days = 7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print(0 &lt;= days &lt;= 7)  # True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print(0 &lt;= 8 &lt;= 7)     #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Nested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An if can appear inside another if. The inner choice happens only when execution reaches that outer branch; each nesting level is indented.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days &gt; 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if balance &gt;= 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    print("Non-negative balance")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else: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    print("Over budget")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First plan with a decision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A decision table lists the condition and the required action. It helps avoid missing a case or assigning contradictory messages.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Balance &lt; 0   → Over budget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Balance == 0  → Exactly on budget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Otherwise     → Within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Translate the table into pseudocode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Pseudocode expresses the logic in clear steps before worrying about exact Python syntax. Compare the planned branches to the actual if / elif / else.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IF balance is negative: warn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ELSE IF balance is zero: exact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ELSE: positive remaining allowance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The budget problem: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Extend the Unit 2 programme with a choice of three budget messages. Ask for daily food, daily transport, number of campus days and allowance.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food = float(input("Food/day: "))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transport = float(input("Transport/day: "))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days = int(input("Campus days: "))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allowance = float(input("Allowance: "))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The budget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For valid inputs, use the same arithmetic as Unit 2. The difference is what happens after the balance has been calculated.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weekly_cost = (food + transport) * days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balance = allowance - weekly_cost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print(f"Cost: TZS {weekly_cost:.2f}")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print(f"Balance: TZS {balance:.2f}")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Reject values outside the valid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Conditions can check range rules before ordinary calculation. In this example, costs and allowance cannot be negative and campus days must lie from 0 to 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invalid = (food &lt; 0 or transport &lt; 0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       or allowance &lt; 0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       or not (0 &lt;= days &lt;= 7))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invalid: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print("Invalid values")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Choose the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After passing validation, use a three-way decision to describe the result. Explain why exactly zero needs its own branch.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2834640"/>
            <a:ext cx="4882896" cy="2670048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953512"/>
            <a:ext cx="4645152" cy="237744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if balance &lt; 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print("Over budget")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elif balance == 0: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print("Exactly on budget")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else: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540" b="0">
                <a:solidFill>
                  <a:srgbClr val="E5F2FF"/>
                </a:solidFill>
                <a:latin typeface="Consolas"/>
              </a:defRPr>
            </a:pPr>
            <a:r>
              <a:t>    print("Within budget")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Trace example: within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Food 4000 and transport 2500 over five days cost 32500. From an allowance of 40000, the balance is 7500, which is positive.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(4000 + 2500) × 5 = 32500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40000 − 32500 = 7500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Status → Within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Trace example: over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Food 3500 and transport 2000 over four days cost 22000. From an allowance of 20000, the balance is -2000.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(3500 + 2000) × 4 = 22000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20000 − 22000 = −2000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Status → Over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Trace example: exactly on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2100" b="0">
                <a:solidFill>
                  <a:srgbClr val="17263C"/>
                </a:solidFill>
                <a:latin typeface="Aptos"/>
              </a:defRPr>
            </a:pPr>
            <a:r>
              <a:t>Food 2500 and transport 1500 over five days cost 20000. If the allowance is also 20000, the balance is exactly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(2500 + 1500) × 5 = 20000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20000 − 20000 = 0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Status → Exactly on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Boundary tests are not optional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A typical test alone cannot prove all branches work. Test zero, negative and positive results as well as invalid values and edge cases.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Days = 0 → valid, zero cost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Days = 7 → valid upper limit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Days = 8 → invalid input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Balance = 0 → exact-budget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Find and fix common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Look for a missing colon, inconsistent indentation, the wrong comparison operator, a misplaced branch or a text value compared with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Incorrect: if balance = 0: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Correct:   if balance == 0: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Incorrect boundary: days &lt; 7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Correct range: 0 &lt;= days &lt;=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Practice lab and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Predict outputs for ordinary and boundary cases. Follow the coloured branch animation and check explanations. Then reproduce the logic in a Python editor.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Browser illustrations demonstrate branching; they do not execute Python. Use your own Python environment to test real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Independent Activity U3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Create a weekly budget adviser based on Unit 2. Add input-range checking and three outcomes. Submit the runnable Python file and short notes with five test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Evidence: algorithm + .py file + expected/actual test table + brief explanation and assistance declaration.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37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/  SSE+ 0003  /  UNIT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1155680" cy="84124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Before Unit 4: repeating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01368"/>
            <a:ext cx="978408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385816" cy="3831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066543"/>
            <a:ext cx="5376672" cy="3831336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4800600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087F78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322576"/>
            <a:ext cx="4718304" cy="31089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 b="1">
                <a:solidFill>
                  <a:srgbClr val="A0E3DA"/>
                </a:solidFill>
                <a:latin typeface="Aptos"/>
              </a:defRPr>
            </a:pPr>
            <a:r>
              <a:t>EXAMPLE  / 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4754880" cy="285292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17263C"/>
                </a:solidFill>
                <a:latin typeface="Aptos"/>
              </a:defRPr>
            </a:pPr>
            <a:r>
              <a:t>Unit 3 uses comparisons and conditions to choose an action. Unit 4 will repeat actions with for and while loops. Complete the Unit 3 activity before moving 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70632"/>
            <a:ext cx="4754880" cy="2916936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900" b="0">
                <a:solidFill>
                  <a:srgbClr val="D0F3EB"/>
                </a:solidFill>
                <a:latin typeface="Aptos"/>
              </a:defRPr>
            </a:pPr>
            <a:r>
              <a:t>You should now explain True / False, if / elif / else, and / or / not, indentation, branch order and boundary testing.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45936"/>
            <a:ext cx="9601200" cy="228600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914400" cy="292608"/>
          </a:xfrm>
          <a:prstGeom prst="rect">
            <a:avLst/>
          </a:prstGeom>
          <a:noFill/>
        </p:spPr>
        <p:txBody>
          <a:bodyPr wrap="square" tIns="18288" bIns="18288" lIns="18288" rIns="18288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